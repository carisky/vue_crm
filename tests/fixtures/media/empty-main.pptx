
<file path=[Content_Types].xml><?xml version="1.0" encoding="utf-8"?>
<Types xmlns="http://schemas.openxmlformats.org/package/2006/content-types">
  <Override PartName="/ppt/presentation.xml" ContentType="application/vnd.openxmlformats-officedocument.presentationml.presentation.main+xml"/>
</Types>
</file>

<file path=_rels/.rels><?xml version="1.0"?><Relationships xmlns="http://schemas.openxmlformats.org/package/2006/relationships"><Relationship Id="rId1" Type="http://schemas.openxmlformats.org/officeDocument/2006/relationships/officeDocument" Target="ppt/presentation.xml" /></Relationships>
</file>

<file path=ppt/presentation.xml>
</file>