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 />
</file>

<file path=ppt/presentation.xml><?xml version="1.0" encoding="utf-8"?>
<root/>
</file>